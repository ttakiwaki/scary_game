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A27"/>
    <a:srgbClr val="A5921F"/>
    <a:srgbClr val="603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4A359-E876-4B1D-A40D-3D38649296A3}" v="31" dt="2025-10-23T16:32:07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8" autoAdjust="0"/>
    <p:restoredTop sz="94747" autoAdjust="0"/>
  </p:normalViewPr>
  <p:slideViewPr>
    <p:cSldViewPr snapToGrid="0">
      <p:cViewPr>
        <p:scale>
          <a:sx n="400" d="100"/>
          <a:sy n="400" d="100"/>
        </p:scale>
        <p:origin x="-19528" y="-6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76S-Lau, Cameron" userId="14771926-8569-4fcc-98ea-bab561867ee1" providerId="ADAL" clId="{920A648E-F732-4A68-BA19-74AF7B43F9D0}"/>
    <pc:docChg chg="undo custSel addSld modSld">
      <pc:chgData name="076S-Lau, Cameron" userId="14771926-8569-4fcc-98ea-bab561867ee1" providerId="ADAL" clId="{920A648E-F732-4A68-BA19-74AF7B43F9D0}" dt="2025-10-23T16:32:37.231" v="243" actId="1076"/>
      <pc:docMkLst>
        <pc:docMk/>
      </pc:docMkLst>
      <pc:sldChg chg="addSp delSp modSp mod">
        <pc:chgData name="076S-Lau, Cameron" userId="14771926-8569-4fcc-98ea-bab561867ee1" providerId="ADAL" clId="{920A648E-F732-4A68-BA19-74AF7B43F9D0}" dt="2025-10-23T16:32:37.231" v="243" actId="1076"/>
        <pc:sldMkLst>
          <pc:docMk/>
          <pc:sldMk cId="3672254094" sldId="256"/>
        </pc:sldMkLst>
        <pc:spChg chg="mod">
          <ac:chgData name="076S-Lau, Cameron" userId="14771926-8569-4fcc-98ea-bab561867ee1" providerId="ADAL" clId="{920A648E-F732-4A68-BA19-74AF7B43F9D0}" dt="2025-10-23T16:24:06.216" v="111" actId="1076"/>
          <ac:spMkLst>
            <pc:docMk/>
            <pc:sldMk cId="3672254094" sldId="256"/>
            <ac:spMk id="3" creationId="{ACE66B62-19CE-3353-F215-09865C3A281C}"/>
          </ac:spMkLst>
        </pc:spChg>
        <pc:spChg chg="mod">
          <ac:chgData name="076S-Lau, Cameron" userId="14771926-8569-4fcc-98ea-bab561867ee1" providerId="ADAL" clId="{920A648E-F732-4A68-BA19-74AF7B43F9D0}" dt="2025-10-23T16:27:56.836" v="195" actId="208"/>
          <ac:spMkLst>
            <pc:docMk/>
            <pc:sldMk cId="3672254094" sldId="256"/>
            <ac:spMk id="29" creationId="{7DE9F601-1FDA-6648-947F-C35AE58CB7B7}"/>
          </ac:spMkLst>
        </pc:spChg>
        <pc:spChg chg="mod">
          <ac:chgData name="076S-Lau, Cameron" userId="14771926-8569-4fcc-98ea-bab561867ee1" providerId="ADAL" clId="{920A648E-F732-4A68-BA19-74AF7B43F9D0}" dt="2025-10-23T16:23:23.542" v="104" actId="1076"/>
          <ac:spMkLst>
            <pc:docMk/>
            <pc:sldMk cId="3672254094" sldId="256"/>
            <ac:spMk id="93" creationId="{F2411ED4-F608-52F2-B490-90855E37A3DA}"/>
          </ac:spMkLst>
        </pc:spChg>
        <pc:spChg chg="add del mod">
          <ac:chgData name="076S-Lau, Cameron" userId="14771926-8569-4fcc-98ea-bab561867ee1" providerId="ADAL" clId="{920A648E-F732-4A68-BA19-74AF7B43F9D0}" dt="2025-10-23T16:19:58.400" v="64" actId="478"/>
          <ac:spMkLst>
            <pc:docMk/>
            <pc:sldMk cId="3672254094" sldId="256"/>
            <ac:spMk id="100" creationId="{90E6E3CA-59D0-EEEA-847F-6CE5C4087DF8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2" creationId="{AAB87AED-B525-5623-20D1-3A34A9AAA5E6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3" creationId="{11C03E0A-4491-D9B1-E8B3-B84C7E72C662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4" creationId="{8AEC7831-6E04-0F1B-0033-EA89156C4CBE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5" creationId="{E48B1542-B82F-F42D-C132-7B5B27D8EB6F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6" creationId="{11C887F8-1F7C-A14A-3DF4-380F0DFE143C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7" creationId="{E627ECD1-5A6B-B5E7-3467-FB74F96CE702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8" creationId="{DE173AB5-2EC0-5796-CD5E-A9A1F827F513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09" creationId="{853F7BFD-70A0-B3B2-99B0-2FE65DFCAA9F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13" creationId="{BE23E9B5-C7F6-3CB5-3A7E-ACE6CEAB1FBB}"/>
          </ac:spMkLst>
        </pc:spChg>
        <pc:spChg chg="add mod">
          <ac:chgData name="076S-Lau, Cameron" userId="14771926-8569-4fcc-98ea-bab561867ee1" providerId="ADAL" clId="{920A648E-F732-4A68-BA19-74AF7B43F9D0}" dt="2025-10-23T16:20:12.788" v="68" actId="1076"/>
          <ac:spMkLst>
            <pc:docMk/>
            <pc:sldMk cId="3672254094" sldId="256"/>
            <ac:spMk id="114" creationId="{9248E3D4-A689-1395-AE9C-9E7EC8CD944D}"/>
          </ac:spMkLst>
        </pc:spChg>
        <pc:spChg chg="add mod">
          <ac:chgData name="076S-Lau, Cameron" userId="14771926-8569-4fcc-98ea-bab561867ee1" providerId="ADAL" clId="{920A648E-F732-4A68-BA19-74AF7B43F9D0}" dt="2025-10-23T16:31:07.350" v="197" actId="208"/>
          <ac:spMkLst>
            <pc:docMk/>
            <pc:sldMk cId="3672254094" sldId="256"/>
            <ac:spMk id="117" creationId="{4336E9B3-A30B-BB5C-3EE3-807E305097CE}"/>
          </ac:spMkLst>
        </pc:spChg>
        <pc:spChg chg="add mod">
          <ac:chgData name="076S-Lau, Cameron" userId="14771926-8569-4fcc-98ea-bab561867ee1" providerId="ADAL" clId="{920A648E-F732-4A68-BA19-74AF7B43F9D0}" dt="2025-10-23T16:23:20.624" v="102" actId="1076"/>
          <ac:spMkLst>
            <pc:docMk/>
            <pc:sldMk cId="3672254094" sldId="256"/>
            <ac:spMk id="118" creationId="{76BF2EA0-25C7-10B8-4C4D-CB695204D030}"/>
          </ac:spMkLst>
        </pc:spChg>
        <pc:spChg chg="add mod">
          <ac:chgData name="076S-Lau, Cameron" userId="14771926-8569-4fcc-98ea-bab561867ee1" providerId="ADAL" clId="{920A648E-F732-4A68-BA19-74AF7B43F9D0}" dt="2025-10-23T16:23:35.247" v="107" actId="1076"/>
          <ac:spMkLst>
            <pc:docMk/>
            <pc:sldMk cId="3672254094" sldId="256"/>
            <ac:spMk id="119" creationId="{FFDAE1E7-0DC3-F1AE-EF3E-45DED7572597}"/>
          </ac:spMkLst>
        </pc:spChg>
        <pc:spChg chg="add mod">
          <ac:chgData name="076S-Lau, Cameron" userId="14771926-8569-4fcc-98ea-bab561867ee1" providerId="ADAL" clId="{920A648E-F732-4A68-BA19-74AF7B43F9D0}" dt="2025-10-23T16:23:20.624" v="102" actId="1076"/>
          <ac:spMkLst>
            <pc:docMk/>
            <pc:sldMk cId="3672254094" sldId="256"/>
            <ac:spMk id="120" creationId="{8ABF0A38-4060-BF03-34C6-4E05FDA55B78}"/>
          </ac:spMkLst>
        </pc:spChg>
        <pc:spChg chg="add mod">
          <ac:chgData name="076S-Lau, Cameron" userId="14771926-8569-4fcc-98ea-bab561867ee1" providerId="ADAL" clId="{920A648E-F732-4A68-BA19-74AF7B43F9D0}" dt="2025-10-23T16:24:17.331" v="114" actId="1076"/>
          <ac:spMkLst>
            <pc:docMk/>
            <pc:sldMk cId="3672254094" sldId="256"/>
            <ac:spMk id="121" creationId="{2041EA75-7130-6B0E-276B-83E224442CD9}"/>
          </ac:spMkLst>
        </pc:spChg>
        <pc:spChg chg="add mod">
          <ac:chgData name="076S-Lau, Cameron" userId="14771926-8569-4fcc-98ea-bab561867ee1" providerId="ADAL" clId="{920A648E-F732-4A68-BA19-74AF7B43F9D0}" dt="2025-10-23T16:24:19.412" v="115"/>
          <ac:spMkLst>
            <pc:docMk/>
            <pc:sldMk cId="3672254094" sldId="256"/>
            <ac:spMk id="122" creationId="{C88C69C1-71BC-BA0B-2F41-41772208C501}"/>
          </ac:spMkLst>
        </pc:spChg>
        <pc:spChg chg="add mod">
          <ac:chgData name="076S-Lau, Cameron" userId="14771926-8569-4fcc-98ea-bab561867ee1" providerId="ADAL" clId="{920A648E-F732-4A68-BA19-74AF7B43F9D0}" dt="2025-10-23T16:24:31.466" v="126" actId="1076"/>
          <ac:spMkLst>
            <pc:docMk/>
            <pc:sldMk cId="3672254094" sldId="256"/>
            <ac:spMk id="123" creationId="{390CF01B-B568-5491-3296-ADCDDE28ABE2}"/>
          </ac:spMkLst>
        </pc:spChg>
        <pc:spChg chg="add mod">
          <ac:chgData name="076S-Lau, Cameron" userId="14771926-8569-4fcc-98ea-bab561867ee1" providerId="ADAL" clId="{920A648E-F732-4A68-BA19-74AF7B43F9D0}" dt="2025-10-23T16:24:39.591" v="134" actId="1076"/>
          <ac:spMkLst>
            <pc:docMk/>
            <pc:sldMk cId="3672254094" sldId="256"/>
            <ac:spMk id="124" creationId="{3BA5EFCB-906B-9407-EEB3-677E4D3E9E18}"/>
          </ac:spMkLst>
        </pc:spChg>
        <pc:spChg chg="add mod">
          <ac:chgData name="076S-Lau, Cameron" userId="14771926-8569-4fcc-98ea-bab561867ee1" providerId="ADAL" clId="{920A648E-F732-4A68-BA19-74AF7B43F9D0}" dt="2025-10-23T16:30:56.090" v="196" actId="14861"/>
          <ac:spMkLst>
            <pc:docMk/>
            <pc:sldMk cId="3672254094" sldId="256"/>
            <ac:spMk id="127" creationId="{A5A7D376-6294-F029-EE26-8A2B9F1000A2}"/>
          </ac:spMkLst>
        </pc:spChg>
        <pc:spChg chg="add mod">
          <ac:chgData name="076S-Lau, Cameron" userId="14771926-8569-4fcc-98ea-bab561867ee1" providerId="ADAL" clId="{920A648E-F732-4A68-BA19-74AF7B43F9D0}" dt="2025-10-23T16:26:13.942" v="183" actId="20577"/>
          <ac:spMkLst>
            <pc:docMk/>
            <pc:sldMk cId="3672254094" sldId="256"/>
            <ac:spMk id="129" creationId="{65604492-D329-A535-E035-EE7648E2FFCB}"/>
          </ac:spMkLst>
        </pc:spChg>
        <pc:spChg chg="add del mod">
          <ac:chgData name="076S-Lau, Cameron" userId="14771926-8569-4fcc-98ea-bab561867ee1" providerId="ADAL" clId="{920A648E-F732-4A68-BA19-74AF7B43F9D0}" dt="2025-10-23T16:27:15.862" v="192" actId="478"/>
          <ac:spMkLst>
            <pc:docMk/>
            <pc:sldMk cId="3672254094" sldId="256"/>
            <ac:spMk id="130" creationId="{F9ACE5AA-191D-3CEF-1991-935BD6C7B380}"/>
          </ac:spMkLst>
        </pc:spChg>
        <pc:spChg chg="add del mod">
          <ac:chgData name="076S-Lau, Cameron" userId="14771926-8569-4fcc-98ea-bab561867ee1" providerId="ADAL" clId="{920A648E-F732-4A68-BA19-74AF7B43F9D0}" dt="2025-10-23T16:27:15.862" v="192" actId="478"/>
          <ac:spMkLst>
            <pc:docMk/>
            <pc:sldMk cId="3672254094" sldId="256"/>
            <ac:spMk id="131" creationId="{A8229B3F-1C5E-C51C-C029-9AC01FE3536F}"/>
          </ac:spMkLst>
        </pc:spChg>
        <pc:spChg chg="add del mod">
          <ac:chgData name="076S-Lau, Cameron" userId="14771926-8569-4fcc-98ea-bab561867ee1" providerId="ADAL" clId="{920A648E-F732-4A68-BA19-74AF7B43F9D0}" dt="2025-10-23T16:27:15.862" v="192" actId="478"/>
          <ac:spMkLst>
            <pc:docMk/>
            <pc:sldMk cId="3672254094" sldId="256"/>
            <ac:spMk id="132" creationId="{43085B40-3B2C-A7CD-6565-8735B06A94ED}"/>
          </ac:spMkLst>
        </pc:spChg>
        <pc:spChg chg="add mod">
          <ac:chgData name="076S-Lau, Cameron" userId="14771926-8569-4fcc-98ea-bab561867ee1" providerId="ADAL" clId="{920A648E-F732-4A68-BA19-74AF7B43F9D0}" dt="2025-10-23T16:27:30.263" v="194" actId="1076"/>
          <ac:spMkLst>
            <pc:docMk/>
            <pc:sldMk cId="3672254094" sldId="256"/>
            <ac:spMk id="133" creationId="{E9FD9852-436E-A087-4FD0-979BB8D1AB83}"/>
          </ac:spMkLst>
        </pc:spChg>
        <pc:spChg chg="add mod">
          <ac:chgData name="076S-Lau, Cameron" userId="14771926-8569-4fcc-98ea-bab561867ee1" providerId="ADAL" clId="{920A648E-F732-4A68-BA19-74AF7B43F9D0}" dt="2025-10-23T16:27:30.263" v="194" actId="1076"/>
          <ac:spMkLst>
            <pc:docMk/>
            <pc:sldMk cId="3672254094" sldId="256"/>
            <ac:spMk id="134" creationId="{6AC6229E-4C77-BAF9-7213-3F554060B816}"/>
          </ac:spMkLst>
        </pc:spChg>
        <pc:spChg chg="add mod">
          <ac:chgData name="076S-Lau, Cameron" userId="14771926-8569-4fcc-98ea-bab561867ee1" providerId="ADAL" clId="{920A648E-F732-4A68-BA19-74AF7B43F9D0}" dt="2025-10-23T16:27:30.263" v="194" actId="1076"/>
          <ac:spMkLst>
            <pc:docMk/>
            <pc:sldMk cId="3672254094" sldId="256"/>
            <ac:spMk id="135" creationId="{ABB5D768-06FE-C5E5-9F13-2FA9DC8BC663}"/>
          </ac:spMkLst>
        </pc:spChg>
        <pc:spChg chg="add mod">
          <ac:chgData name="076S-Lau, Cameron" userId="14771926-8569-4fcc-98ea-bab561867ee1" providerId="ADAL" clId="{920A648E-F732-4A68-BA19-74AF7B43F9D0}" dt="2025-10-23T16:32:37.231" v="243" actId="1076"/>
          <ac:spMkLst>
            <pc:docMk/>
            <pc:sldMk cId="3672254094" sldId="256"/>
            <ac:spMk id="136" creationId="{CD79FEFE-D3FF-7187-EA0F-D8120BB5EF21}"/>
          </ac:spMkLst>
        </pc:spChg>
        <pc:picChg chg="add mod">
          <ac:chgData name="076S-Lau, Cameron" userId="14771926-8569-4fcc-98ea-bab561867ee1" providerId="ADAL" clId="{920A648E-F732-4A68-BA19-74AF7B43F9D0}" dt="2025-10-23T16:31:43.788" v="198" actId="14861"/>
          <ac:picMkLst>
            <pc:docMk/>
            <pc:sldMk cId="3672254094" sldId="256"/>
            <ac:picMk id="116" creationId="{033047D2-51E3-CD10-2F24-C92214A007FC}"/>
          </ac:picMkLst>
        </pc:picChg>
        <pc:picChg chg="add del mod">
          <ac:chgData name="076S-Lau, Cameron" userId="14771926-8569-4fcc-98ea-bab561867ee1" providerId="ADAL" clId="{920A648E-F732-4A68-BA19-74AF7B43F9D0}" dt="2025-10-23T16:25:24.737" v="141" actId="478"/>
          <ac:picMkLst>
            <pc:docMk/>
            <pc:sldMk cId="3672254094" sldId="256"/>
            <ac:picMk id="126" creationId="{57BF6D76-68E4-D53A-F430-D5EAFCF1BA62}"/>
          </ac:picMkLst>
        </pc:picChg>
        <pc:picChg chg="add mod">
          <ac:chgData name="076S-Lau, Cameron" userId="14771926-8569-4fcc-98ea-bab561867ee1" providerId="ADAL" clId="{920A648E-F732-4A68-BA19-74AF7B43F9D0}" dt="2025-10-23T16:25:59.298" v="153" actId="1076"/>
          <ac:picMkLst>
            <pc:docMk/>
            <pc:sldMk cId="3672254094" sldId="256"/>
            <ac:picMk id="128" creationId="{58BE0CDB-BCFB-92B3-0687-DA2B8CF00E0E}"/>
          </ac:picMkLst>
        </pc:picChg>
      </pc:sldChg>
      <pc:sldChg chg="addSp modSp new mod">
        <pc:chgData name="076S-Lau, Cameron" userId="14771926-8569-4fcc-98ea-bab561867ee1" providerId="ADAL" clId="{920A648E-F732-4A68-BA19-74AF7B43F9D0}" dt="2025-10-23T16:25:54.651" v="151" actId="1076"/>
        <pc:sldMkLst>
          <pc:docMk/>
          <pc:sldMk cId="761062939" sldId="257"/>
        </pc:sldMkLst>
        <pc:spChg chg="add mod">
          <ac:chgData name="076S-Lau, Cameron" userId="14771926-8569-4fcc-98ea-bab561867ee1" providerId="ADAL" clId="{920A648E-F732-4A68-BA19-74AF7B43F9D0}" dt="2025-10-23T16:15:31.604" v="9" actId="1076"/>
          <ac:spMkLst>
            <pc:docMk/>
            <pc:sldMk cId="761062939" sldId="257"/>
            <ac:spMk id="2" creationId="{031EB763-2C20-A274-60C2-72C78BC49D98}"/>
          </ac:spMkLst>
        </pc:spChg>
        <pc:spChg chg="add mod">
          <ac:chgData name="076S-Lau, Cameron" userId="14771926-8569-4fcc-98ea-bab561867ee1" providerId="ADAL" clId="{920A648E-F732-4A68-BA19-74AF7B43F9D0}" dt="2025-10-23T16:15:58.612" v="14" actId="1076"/>
          <ac:spMkLst>
            <pc:docMk/>
            <pc:sldMk cId="761062939" sldId="257"/>
            <ac:spMk id="3" creationId="{20D114E5-EB12-26C9-93B2-3BA8669B6D15}"/>
          </ac:spMkLst>
        </pc:spChg>
        <pc:spChg chg="add mod">
          <ac:chgData name="076S-Lau, Cameron" userId="14771926-8569-4fcc-98ea-bab561867ee1" providerId="ADAL" clId="{920A648E-F732-4A68-BA19-74AF7B43F9D0}" dt="2025-10-23T16:16:03.412" v="16" actId="1076"/>
          <ac:spMkLst>
            <pc:docMk/>
            <pc:sldMk cId="761062939" sldId="257"/>
            <ac:spMk id="4" creationId="{6261DC54-D7A4-533C-B226-7E5885E2468E}"/>
          </ac:spMkLst>
        </pc:spChg>
        <pc:spChg chg="add mod">
          <ac:chgData name="076S-Lau, Cameron" userId="14771926-8569-4fcc-98ea-bab561867ee1" providerId="ADAL" clId="{920A648E-F732-4A68-BA19-74AF7B43F9D0}" dt="2025-10-23T16:18:24.568" v="47" actId="1076"/>
          <ac:spMkLst>
            <pc:docMk/>
            <pc:sldMk cId="761062939" sldId="257"/>
            <ac:spMk id="5" creationId="{228853AE-4193-DD87-D8C5-D1A3B7545468}"/>
          </ac:spMkLst>
        </pc:spChg>
        <pc:spChg chg="add mod">
          <ac:chgData name="076S-Lau, Cameron" userId="14771926-8569-4fcc-98ea-bab561867ee1" providerId="ADAL" clId="{920A648E-F732-4A68-BA19-74AF7B43F9D0}" dt="2025-10-23T16:16:28.754" v="25" actId="14100"/>
          <ac:spMkLst>
            <pc:docMk/>
            <pc:sldMk cId="761062939" sldId="257"/>
            <ac:spMk id="6" creationId="{444084BF-7451-39D2-D7EC-9D0772D9AFAC}"/>
          </ac:spMkLst>
        </pc:spChg>
        <pc:spChg chg="add mod">
          <ac:chgData name="076S-Lau, Cameron" userId="14771926-8569-4fcc-98ea-bab561867ee1" providerId="ADAL" clId="{920A648E-F732-4A68-BA19-74AF7B43F9D0}" dt="2025-10-23T16:16:45.490" v="28" actId="14100"/>
          <ac:spMkLst>
            <pc:docMk/>
            <pc:sldMk cId="761062939" sldId="257"/>
            <ac:spMk id="7" creationId="{7CB8E139-1D42-633E-A5B9-A331687B3B87}"/>
          </ac:spMkLst>
        </pc:spChg>
        <pc:spChg chg="add mod ord">
          <ac:chgData name="076S-Lau, Cameron" userId="14771926-8569-4fcc-98ea-bab561867ee1" providerId="ADAL" clId="{920A648E-F732-4A68-BA19-74AF7B43F9D0}" dt="2025-10-23T16:19:39.740" v="63" actId="166"/>
          <ac:spMkLst>
            <pc:docMk/>
            <pc:sldMk cId="761062939" sldId="257"/>
            <ac:spMk id="8" creationId="{BE285AD5-22B7-35B6-62D4-436263CC58AA}"/>
          </ac:spMkLst>
        </pc:spChg>
        <pc:spChg chg="add mod ord">
          <ac:chgData name="076S-Lau, Cameron" userId="14771926-8569-4fcc-98ea-bab561867ee1" providerId="ADAL" clId="{920A648E-F732-4A68-BA19-74AF7B43F9D0}" dt="2025-10-23T16:17:36.546" v="36" actId="1076"/>
          <ac:spMkLst>
            <pc:docMk/>
            <pc:sldMk cId="761062939" sldId="257"/>
            <ac:spMk id="9" creationId="{F675B52C-C8B1-1228-AA14-08002A235F04}"/>
          </ac:spMkLst>
        </pc:spChg>
        <pc:spChg chg="add mod">
          <ac:chgData name="076S-Lau, Cameron" userId="14771926-8569-4fcc-98ea-bab561867ee1" providerId="ADAL" clId="{920A648E-F732-4A68-BA19-74AF7B43F9D0}" dt="2025-10-23T16:17:43.569" v="39" actId="14100"/>
          <ac:spMkLst>
            <pc:docMk/>
            <pc:sldMk cId="761062939" sldId="257"/>
            <ac:spMk id="10" creationId="{75DF7BDC-2F90-EF12-E46C-AC040D58FA16}"/>
          </ac:spMkLst>
        </pc:spChg>
        <pc:spChg chg="add mod">
          <ac:chgData name="076S-Lau, Cameron" userId="14771926-8569-4fcc-98ea-bab561867ee1" providerId="ADAL" clId="{920A648E-F732-4A68-BA19-74AF7B43F9D0}" dt="2025-10-23T16:18:11.535" v="46" actId="207"/>
          <ac:spMkLst>
            <pc:docMk/>
            <pc:sldMk cId="761062939" sldId="257"/>
            <ac:spMk id="11" creationId="{04097E27-A5E8-3C67-59DC-911F8F02453E}"/>
          </ac:spMkLst>
        </pc:spChg>
        <pc:spChg chg="add mod">
          <ac:chgData name="076S-Lau, Cameron" userId="14771926-8569-4fcc-98ea-bab561867ee1" providerId="ADAL" clId="{920A648E-F732-4A68-BA19-74AF7B43F9D0}" dt="2025-10-23T16:18:30.169" v="49" actId="1076"/>
          <ac:spMkLst>
            <pc:docMk/>
            <pc:sldMk cId="761062939" sldId="257"/>
            <ac:spMk id="12" creationId="{7DA0F566-1BD1-846F-01B1-E84BC0349E69}"/>
          </ac:spMkLst>
        </pc:spChg>
        <pc:spChg chg="add mod">
          <ac:chgData name="076S-Lau, Cameron" userId="14771926-8569-4fcc-98ea-bab561867ee1" providerId="ADAL" clId="{920A648E-F732-4A68-BA19-74AF7B43F9D0}" dt="2025-10-23T16:18:47.334" v="52" actId="1076"/>
          <ac:spMkLst>
            <pc:docMk/>
            <pc:sldMk cId="761062939" sldId="257"/>
            <ac:spMk id="13" creationId="{80AFD128-7A74-C330-BF9F-260E39F3A873}"/>
          </ac:spMkLst>
        </pc:spChg>
        <pc:spChg chg="add mod">
          <ac:chgData name="076S-Lau, Cameron" userId="14771926-8569-4fcc-98ea-bab561867ee1" providerId="ADAL" clId="{920A648E-F732-4A68-BA19-74AF7B43F9D0}" dt="2025-10-23T16:19:09.167" v="58" actId="1076"/>
          <ac:spMkLst>
            <pc:docMk/>
            <pc:sldMk cId="761062939" sldId="257"/>
            <ac:spMk id="14" creationId="{6C1617B2-28FC-070D-FA45-6D6D6C5A283F}"/>
          </ac:spMkLst>
        </pc:spChg>
        <pc:spChg chg="add mod">
          <ac:chgData name="076S-Lau, Cameron" userId="14771926-8569-4fcc-98ea-bab561867ee1" providerId="ADAL" clId="{920A648E-F732-4A68-BA19-74AF7B43F9D0}" dt="2025-10-23T16:19:37.070" v="62" actId="1076"/>
          <ac:spMkLst>
            <pc:docMk/>
            <pc:sldMk cId="761062939" sldId="257"/>
            <ac:spMk id="15" creationId="{462702A2-BAD3-1BFD-10D1-B87BAD2D9D0E}"/>
          </ac:spMkLst>
        </pc:spChg>
        <pc:spChg chg="add mod">
          <ac:chgData name="076S-Lau, Cameron" userId="14771926-8569-4fcc-98ea-bab561867ee1" providerId="ADAL" clId="{920A648E-F732-4A68-BA19-74AF7B43F9D0}" dt="2025-10-23T16:20:53.680" v="74" actId="14100"/>
          <ac:spMkLst>
            <pc:docMk/>
            <pc:sldMk cId="761062939" sldId="257"/>
            <ac:spMk id="16" creationId="{FA0DF193-2092-77FF-F523-D5A14A8E541E}"/>
          </ac:spMkLst>
        </pc:spChg>
        <pc:spChg chg="add mod">
          <ac:chgData name="076S-Lau, Cameron" userId="14771926-8569-4fcc-98ea-bab561867ee1" providerId="ADAL" clId="{920A648E-F732-4A68-BA19-74AF7B43F9D0}" dt="2025-10-23T16:21:31.055" v="80" actId="1076"/>
          <ac:spMkLst>
            <pc:docMk/>
            <pc:sldMk cId="761062939" sldId="257"/>
            <ac:spMk id="17" creationId="{D8098C32-F670-01AB-2452-5A202CC074E5}"/>
          </ac:spMkLst>
        </pc:spChg>
        <pc:spChg chg="add mod">
          <ac:chgData name="076S-Lau, Cameron" userId="14771926-8569-4fcc-98ea-bab561867ee1" providerId="ADAL" clId="{920A648E-F732-4A68-BA19-74AF7B43F9D0}" dt="2025-10-23T16:22:01.669" v="86" actId="1582"/>
          <ac:spMkLst>
            <pc:docMk/>
            <pc:sldMk cId="761062939" sldId="257"/>
            <ac:spMk id="18" creationId="{3EAA2F4D-1A08-B2F0-9491-E802EEF0BC1F}"/>
          </ac:spMkLst>
        </pc:spChg>
        <pc:spChg chg="add mod ord">
          <ac:chgData name="076S-Lau, Cameron" userId="14771926-8569-4fcc-98ea-bab561867ee1" providerId="ADAL" clId="{920A648E-F732-4A68-BA19-74AF7B43F9D0}" dt="2025-10-23T16:23:01.876" v="98" actId="207"/>
          <ac:spMkLst>
            <pc:docMk/>
            <pc:sldMk cId="761062939" sldId="257"/>
            <ac:spMk id="19" creationId="{EF37F851-E04F-59D6-0DAC-753A45A944B5}"/>
          </ac:spMkLst>
        </pc:spChg>
        <pc:spChg chg="add mod">
          <ac:chgData name="076S-Lau, Cameron" userId="14771926-8569-4fcc-98ea-bab561867ee1" providerId="ADAL" clId="{920A648E-F732-4A68-BA19-74AF7B43F9D0}" dt="2025-10-23T16:25:42.668" v="147" actId="207"/>
          <ac:spMkLst>
            <pc:docMk/>
            <pc:sldMk cId="761062939" sldId="257"/>
            <ac:spMk id="21" creationId="{CE57A68F-CE05-8AD4-1533-EAFAC1879707}"/>
          </ac:spMkLst>
        </pc:spChg>
        <pc:picChg chg="add mod ord">
          <ac:chgData name="076S-Lau, Cameron" userId="14771926-8569-4fcc-98ea-bab561867ee1" providerId="ADAL" clId="{920A648E-F732-4A68-BA19-74AF7B43F9D0}" dt="2025-10-23T16:25:54.651" v="151" actId="1076"/>
          <ac:picMkLst>
            <pc:docMk/>
            <pc:sldMk cId="761062939" sldId="257"/>
            <ac:picMk id="20" creationId="{3DC4D503-51D6-85EA-E5BE-9217A68E8C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58E39-9981-4ECF-8F4D-A0966D7D53E7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9CCC6-73F5-446F-960C-C02C541D6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37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9CCC6-73F5-446F-960C-C02C541D63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2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9C57-1C46-71F8-F6F1-EA8636D50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6B9CB-F4B2-9CB2-9784-56D6FFBAC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46F31-37AA-72A2-C540-A25B3C8A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B3ABE-534C-80CA-3ED7-F4F57712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108EE-5D0C-059B-575B-B6F40AEB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0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5FE2-68D2-53DD-2584-E78A87FB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419E5-2769-87CD-6E84-F1871BF47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FFD03-A330-521F-0013-8C4DCB98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2FB05-2BC8-9417-F136-C589E4FD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3D65F-42CE-0B89-4A9D-3D9804CA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0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5C13-5BBA-9679-2D39-CB9E624A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B202F-69B5-4F4E-A796-8273E2501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567A2-9280-B82F-22A5-614D0444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503C3-369A-5F04-B0DF-CF550FDB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67B86-A5B2-87C3-CEAF-F689E78D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9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63C1-D15D-C1AC-6868-F1A1CC24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EED4D-C96F-049F-F5C7-9CE4306DC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BE99A-E1A2-A429-D29A-4F9C0E398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19A8E-FE21-0922-AED8-DCBF265A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4F0A6-58EB-BECD-AB32-5507996A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A4212-998F-586B-AC87-CB9163F1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6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1426-39C7-3D95-41E9-3F29583FD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917D2-F9F1-607A-63E2-70BA383EB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3CDFB-469F-EE7D-B7E4-31E684DA4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7A804-BED6-4334-C8D4-820B780F3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B63C8-3195-941A-933C-8A4C6B4F7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560BE-6DE1-DBEF-0146-7235CE46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700DC-4E24-3AD4-BB82-C67D03E9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A06C5-18CC-17B8-833F-6D0F179C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3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2D4D-10A6-8F9A-F582-F772B58D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21D00-ECA3-5F3C-3AF9-53117F47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0024B-43C6-16F5-84B6-0D8045B09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B4C95-FA16-0E6A-EBAB-2DA834C9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60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6E7A7-81C1-575D-A430-F5A5E6E6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121F9-EFC5-7AEE-BC33-F6813D91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072F8-DEB7-9908-D6EA-11612C86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8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BC19-689B-94A7-FFCB-535A8D155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2386-9B6C-B9D2-BEF8-448406F1F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1D315-5749-A55C-600C-705B593D2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28BE8-EC6F-5527-27F9-DC64EF3D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0845E-E3A2-99A4-C838-1E7993827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EBE3C-F168-535F-438F-B112C367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8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202B-D495-F19E-083C-25556015C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5CCBFC-7DFC-D2EF-1612-E9D43DF78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91AD4-5319-6E33-8A93-71075BB42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6D1C6-1844-6D17-81DB-A70D190D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D87D3-7CFD-DAA7-D17E-A59E9AE3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8CDEB-2AF4-9557-CE33-4EBF214F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7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589C-2CA6-1208-A640-134A6F10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61F86-E6EB-F9BD-696D-5E36A1A6B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B6F8E-8B4B-1FB8-5C9C-1A7E3664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5AD16-1BDF-E9A5-F78C-37FC317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DF33B-AD6F-E4D2-E02C-B0ED9F1E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1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F42AF0-CD07-AD42-79DC-E1138C52C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13B1A-912A-B36C-046E-81B8ACBDD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659B-3587-7D6C-B83D-8B16DD5C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203CE-1621-BBB4-5273-81674A60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4E2D8-790D-6A01-76AA-1936A3BC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5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A49258-0269-A086-1E06-41E4C110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32DAE-EFF6-B7F1-EC3E-46A846EA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C082D-F3F8-A65A-6FE3-6477E1593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0E3AA-7E0D-4905-BCCF-54DF3B34E4A1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B1DF6-01F0-F22A-5862-518D94EE0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997AC-5EF2-017A-1FBA-E0F7310C5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EE8BA-4300-42BF-8F77-97C70D7D2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1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BA483B-C242-EAC3-722B-FFA95A99D69C}"/>
              </a:ext>
            </a:extLst>
          </p:cNvPr>
          <p:cNvSpPr/>
          <p:nvPr/>
        </p:nvSpPr>
        <p:spPr>
          <a:xfrm>
            <a:off x="1" y="5476875"/>
            <a:ext cx="12192000" cy="13811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E66B62-19CE-3353-F215-09865C3A281C}"/>
              </a:ext>
            </a:extLst>
          </p:cNvPr>
          <p:cNvSpPr/>
          <p:nvPr/>
        </p:nvSpPr>
        <p:spPr>
          <a:xfrm>
            <a:off x="-13151" y="-20739"/>
            <a:ext cx="12191999" cy="54768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7D914-0A29-51D6-CC62-353CDF236BCA}"/>
              </a:ext>
            </a:extLst>
          </p:cNvPr>
          <p:cNvSpPr txBox="1"/>
          <p:nvPr/>
        </p:nvSpPr>
        <p:spPr>
          <a:xfrm>
            <a:off x="85725" y="5567272"/>
            <a:ext cx="2552700" cy="400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INVENTORY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DBD6FB-CF68-1163-24DC-E93DD88AE2C0}"/>
              </a:ext>
            </a:extLst>
          </p:cNvPr>
          <p:cNvSpPr/>
          <p:nvPr/>
        </p:nvSpPr>
        <p:spPr>
          <a:xfrm>
            <a:off x="200025" y="5967382"/>
            <a:ext cx="723900" cy="685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55B25D-9E73-B982-86F1-29AFEC458825}"/>
              </a:ext>
            </a:extLst>
          </p:cNvPr>
          <p:cNvSpPr/>
          <p:nvPr/>
        </p:nvSpPr>
        <p:spPr>
          <a:xfrm>
            <a:off x="1123949" y="5967382"/>
            <a:ext cx="723900" cy="685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5AB071-85A0-A401-2537-7A403E8EDD1E}"/>
              </a:ext>
            </a:extLst>
          </p:cNvPr>
          <p:cNvSpPr/>
          <p:nvPr/>
        </p:nvSpPr>
        <p:spPr>
          <a:xfrm>
            <a:off x="2047873" y="5967382"/>
            <a:ext cx="723900" cy="685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C399C-0289-C810-9265-681079747225}"/>
              </a:ext>
            </a:extLst>
          </p:cNvPr>
          <p:cNvSpPr/>
          <p:nvPr/>
        </p:nvSpPr>
        <p:spPr>
          <a:xfrm>
            <a:off x="2971797" y="5967382"/>
            <a:ext cx="723900" cy="685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71D330-D88C-117D-1F00-ED85CD06984F}"/>
              </a:ext>
            </a:extLst>
          </p:cNvPr>
          <p:cNvSpPr/>
          <p:nvPr/>
        </p:nvSpPr>
        <p:spPr>
          <a:xfrm>
            <a:off x="3895721" y="5967382"/>
            <a:ext cx="723900" cy="685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EC763-9BD4-2974-532A-DA1174D38FBA}"/>
              </a:ext>
            </a:extLst>
          </p:cNvPr>
          <p:cNvSpPr txBox="1"/>
          <p:nvPr/>
        </p:nvSpPr>
        <p:spPr>
          <a:xfrm>
            <a:off x="6600831" y="5762504"/>
            <a:ext cx="25527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SANITY: 78%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CDEB71-3D35-2FD0-1AF5-0D136F4935C2}"/>
              </a:ext>
            </a:extLst>
          </p:cNvPr>
          <p:cNvSpPr/>
          <p:nvPr/>
        </p:nvSpPr>
        <p:spPr>
          <a:xfrm>
            <a:off x="8343899" y="5853081"/>
            <a:ext cx="3419476" cy="22860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460BDD-66E8-2A3D-C80C-B6F070442DD9}"/>
              </a:ext>
            </a:extLst>
          </p:cNvPr>
          <p:cNvSpPr txBox="1"/>
          <p:nvPr/>
        </p:nvSpPr>
        <p:spPr>
          <a:xfrm>
            <a:off x="6600831" y="6138710"/>
            <a:ext cx="25527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LEVEL: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61EDA-64D8-880A-F265-332EEEDCD3A3}"/>
              </a:ext>
            </a:extLst>
          </p:cNvPr>
          <p:cNvSpPr/>
          <p:nvPr/>
        </p:nvSpPr>
        <p:spPr>
          <a:xfrm>
            <a:off x="8365331" y="5874633"/>
            <a:ext cx="2586040" cy="185617"/>
          </a:xfrm>
          <a:prstGeom prst="rect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D8CA84-F20B-105D-5ABB-9F332A6EB4E1}"/>
              </a:ext>
            </a:extLst>
          </p:cNvPr>
          <p:cNvSpPr/>
          <p:nvPr/>
        </p:nvSpPr>
        <p:spPr>
          <a:xfrm>
            <a:off x="548823" y="4668425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1AD06-A018-63EB-3EEE-63216325E562}"/>
              </a:ext>
            </a:extLst>
          </p:cNvPr>
          <p:cNvSpPr/>
          <p:nvPr/>
        </p:nvSpPr>
        <p:spPr>
          <a:xfrm>
            <a:off x="85725" y="4324428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797821-CC42-97C3-1F5A-69D0EB5D0999}"/>
              </a:ext>
            </a:extLst>
          </p:cNvPr>
          <p:cNvSpPr/>
          <p:nvPr/>
        </p:nvSpPr>
        <p:spPr>
          <a:xfrm>
            <a:off x="634548" y="3870142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E0AA26-6443-3CAA-373A-ABBBD732BC86}"/>
              </a:ext>
            </a:extLst>
          </p:cNvPr>
          <p:cNvSpPr/>
          <p:nvPr/>
        </p:nvSpPr>
        <p:spPr>
          <a:xfrm>
            <a:off x="171450" y="3526145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EE8FC8-1C6C-14B8-D721-64B42C52A5D5}"/>
              </a:ext>
            </a:extLst>
          </p:cNvPr>
          <p:cNvSpPr/>
          <p:nvPr/>
        </p:nvSpPr>
        <p:spPr>
          <a:xfrm>
            <a:off x="496888" y="2978031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99533E-5E7E-D31C-1752-AA697CB785DA}"/>
              </a:ext>
            </a:extLst>
          </p:cNvPr>
          <p:cNvSpPr/>
          <p:nvPr/>
        </p:nvSpPr>
        <p:spPr>
          <a:xfrm>
            <a:off x="33790" y="2634034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68223C-A6F9-4885-EB5B-A96FCBE19182}"/>
              </a:ext>
            </a:extLst>
          </p:cNvPr>
          <p:cNvSpPr/>
          <p:nvPr/>
        </p:nvSpPr>
        <p:spPr>
          <a:xfrm>
            <a:off x="562999" y="1929991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C344C0-1C7B-F505-6535-462103CE4CE7}"/>
              </a:ext>
            </a:extLst>
          </p:cNvPr>
          <p:cNvSpPr/>
          <p:nvPr/>
        </p:nvSpPr>
        <p:spPr>
          <a:xfrm>
            <a:off x="99901" y="1585994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8DBED2-5C92-D77A-BC52-F645BE514406}"/>
              </a:ext>
            </a:extLst>
          </p:cNvPr>
          <p:cNvSpPr/>
          <p:nvPr/>
        </p:nvSpPr>
        <p:spPr>
          <a:xfrm>
            <a:off x="334399" y="1244191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0C5E63-0F87-16E1-D5DF-40DBE82CDA87}"/>
              </a:ext>
            </a:extLst>
          </p:cNvPr>
          <p:cNvSpPr/>
          <p:nvPr/>
        </p:nvSpPr>
        <p:spPr>
          <a:xfrm>
            <a:off x="-128699" y="900194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CD7378-57C9-ECEB-E4A2-5817386920FE}"/>
              </a:ext>
            </a:extLst>
          </p:cNvPr>
          <p:cNvSpPr/>
          <p:nvPr/>
        </p:nvSpPr>
        <p:spPr>
          <a:xfrm>
            <a:off x="449947" y="323258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E9F601-1FDA-6648-947F-C35AE58CB7B7}"/>
              </a:ext>
            </a:extLst>
          </p:cNvPr>
          <p:cNvSpPr/>
          <p:nvPr/>
        </p:nvSpPr>
        <p:spPr>
          <a:xfrm>
            <a:off x="-13151" y="-20739"/>
            <a:ext cx="1123948" cy="566057"/>
          </a:xfrm>
          <a:prstGeom prst="rect">
            <a:avLst/>
          </a:prstGeom>
          <a:solidFill>
            <a:srgbClr val="2D5A27"/>
          </a:solidFill>
          <a:ln>
            <a:solidFill>
              <a:srgbClr val="2D5A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393864-C5F7-E6B8-23CE-F91480840FDC}"/>
              </a:ext>
            </a:extLst>
          </p:cNvPr>
          <p:cNvSpPr/>
          <p:nvPr/>
        </p:nvSpPr>
        <p:spPr>
          <a:xfrm>
            <a:off x="11556999" y="4729393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1700F-6D4B-8066-6301-8189C1EAEC1D}"/>
              </a:ext>
            </a:extLst>
          </p:cNvPr>
          <p:cNvSpPr/>
          <p:nvPr/>
        </p:nvSpPr>
        <p:spPr>
          <a:xfrm>
            <a:off x="11093901" y="4385396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D08A2-CBCB-D029-C10B-4F1F12F9F32F}"/>
              </a:ext>
            </a:extLst>
          </p:cNvPr>
          <p:cNvSpPr/>
          <p:nvPr/>
        </p:nvSpPr>
        <p:spPr>
          <a:xfrm>
            <a:off x="11642724" y="3931110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F073CA-E0CF-3FFB-5E59-8B898A1CFF69}"/>
              </a:ext>
            </a:extLst>
          </p:cNvPr>
          <p:cNvSpPr/>
          <p:nvPr/>
        </p:nvSpPr>
        <p:spPr>
          <a:xfrm>
            <a:off x="11179626" y="3587113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051A27-1657-DAAC-66C4-3648CEC06901}"/>
              </a:ext>
            </a:extLst>
          </p:cNvPr>
          <p:cNvSpPr/>
          <p:nvPr/>
        </p:nvSpPr>
        <p:spPr>
          <a:xfrm>
            <a:off x="11505064" y="3038999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8E865A-4154-8CDB-273E-16D1D3D97DC4}"/>
              </a:ext>
            </a:extLst>
          </p:cNvPr>
          <p:cNvSpPr/>
          <p:nvPr/>
        </p:nvSpPr>
        <p:spPr>
          <a:xfrm>
            <a:off x="11041966" y="2695002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241096-EA5C-C614-E33E-E6538BD6DD11}"/>
              </a:ext>
            </a:extLst>
          </p:cNvPr>
          <p:cNvSpPr/>
          <p:nvPr/>
        </p:nvSpPr>
        <p:spPr>
          <a:xfrm>
            <a:off x="11571175" y="1990959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13F625-CAF4-8C92-3733-E3E9EFDF2766}"/>
              </a:ext>
            </a:extLst>
          </p:cNvPr>
          <p:cNvSpPr/>
          <p:nvPr/>
        </p:nvSpPr>
        <p:spPr>
          <a:xfrm>
            <a:off x="11108077" y="1646962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E34E92-4B6F-6737-9824-573F8935C1F1}"/>
              </a:ext>
            </a:extLst>
          </p:cNvPr>
          <p:cNvSpPr/>
          <p:nvPr/>
        </p:nvSpPr>
        <p:spPr>
          <a:xfrm>
            <a:off x="11342575" y="1305159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97ADDB-D19D-3A42-7AD7-BC8AACDDF84B}"/>
              </a:ext>
            </a:extLst>
          </p:cNvPr>
          <p:cNvSpPr/>
          <p:nvPr/>
        </p:nvSpPr>
        <p:spPr>
          <a:xfrm>
            <a:off x="10879477" y="961162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131484-303A-D9C6-086B-C4ACB1C97B2F}"/>
              </a:ext>
            </a:extLst>
          </p:cNvPr>
          <p:cNvSpPr/>
          <p:nvPr/>
        </p:nvSpPr>
        <p:spPr>
          <a:xfrm>
            <a:off x="11458123" y="384226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20B18CA-B219-5DD0-8BE5-0F9AB6FC65A0}"/>
              </a:ext>
            </a:extLst>
          </p:cNvPr>
          <p:cNvSpPr/>
          <p:nvPr/>
        </p:nvSpPr>
        <p:spPr>
          <a:xfrm>
            <a:off x="10995025" y="40229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C715028-C1E3-3EF5-2712-A456EBCD6F92}"/>
              </a:ext>
            </a:extLst>
          </p:cNvPr>
          <p:cNvSpPr/>
          <p:nvPr/>
        </p:nvSpPr>
        <p:spPr>
          <a:xfrm>
            <a:off x="1502344" y="197363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B4BC57D-EC58-DB50-D351-DB936A21BD4A}"/>
              </a:ext>
            </a:extLst>
          </p:cNvPr>
          <p:cNvSpPr/>
          <p:nvPr/>
        </p:nvSpPr>
        <p:spPr>
          <a:xfrm>
            <a:off x="1039246" y="-146634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53F1D21-298E-8A1A-2969-CC62447C0D6B}"/>
              </a:ext>
            </a:extLst>
          </p:cNvPr>
          <p:cNvSpPr/>
          <p:nvPr/>
        </p:nvSpPr>
        <p:spPr>
          <a:xfrm>
            <a:off x="2464138" y="323258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22A4F0-99CD-2182-E3AB-236346AD1E01}"/>
              </a:ext>
            </a:extLst>
          </p:cNvPr>
          <p:cNvSpPr/>
          <p:nvPr/>
        </p:nvSpPr>
        <p:spPr>
          <a:xfrm>
            <a:off x="2001040" y="-20739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C160749-FDA5-FA18-B7CB-6EC242F3A2C3}"/>
              </a:ext>
            </a:extLst>
          </p:cNvPr>
          <p:cNvSpPr/>
          <p:nvPr/>
        </p:nvSpPr>
        <p:spPr>
          <a:xfrm>
            <a:off x="3670131" y="162166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D40395B-E736-4042-BEAF-EF7948BA1A8B}"/>
              </a:ext>
            </a:extLst>
          </p:cNvPr>
          <p:cNvSpPr/>
          <p:nvPr/>
        </p:nvSpPr>
        <p:spPr>
          <a:xfrm>
            <a:off x="3207033" y="-181831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D3534B1-BAB8-9062-9263-55DC66EE2C43}"/>
              </a:ext>
            </a:extLst>
          </p:cNvPr>
          <p:cNvSpPr/>
          <p:nvPr/>
        </p:nvSpPr>
        <p:spPr>
          <a:xfrm>
            <a:off x="2513677" y="323258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D86E1B5-65AC-3F4B-689A-85A4F24A0664}"/>
              </a:ext>
            </a:extLst>
          </p:cNvPr>
          <p:cNvSpPr/>
          <p:nvPr/>
        </p:nvSpPr>
        <p:spPr>
          <a:xfrm>
            <a:off x="2050579" y="-20739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C8BFE23-508B-CB4D-442E-152272D6A6D6}"/>
              </a:ext>
            </a:extLst>
          </p:cNvPr>
          <p:cNvSpPr/>
          <p:nvPr/>
        </p:nvSpPr>
        <p:spPr>
          <a:xfrm>
            <a:off x="7850859" y="258331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638DD70-C19A-E5C9-C6C9-A3D213B5766A}"/>
              </a:ext>
            </a:extLst>
          </p:cNvPr>
          <p:cNvSpPr/>
          <p:nvPr/>
        </p:nvSpPr>
        <p:spPr>
          <a:xfrm>
            <a:off x="7387761" y="-85666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74F7C05-B708-F5F0-EB07-2B55A6B3334E}"/>
              </a:ext>
            </a:extLst>
          </p:cNvPr>
          <p:cNvSpPr/>
          <p:nvPr/>
        </p:nvSpPr>
        <p:spPr>
          <a:xfrm>
            <a:off x="8785212" y="467252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A5469D8-9ABA-27D4-BF69-E1EF4376BD89}"/>
              </a:ext>
            </a:extLst>
          </p:cNvPr>
          <p:cNvSpPr/>
          <p:nvPr/>
        </p:nvSpPr>
        <p:spPr>
          <a:xfrm>
            <a:off x="8322114" y="123255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65B7B3-B19B-73DD-F58B-49D442484D31}"/>
              </a:ext>
            </a:extLst>
          </p:cNvPr>
          <p:cNvSpPr/>
          <p:nvPr/>
        </p:nvSpPr>
        <p:spPr>
          <a:xfrm>
            <a:off x="9694621" y="98983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F454C7C-538B-D9C4-4EBC-69A133E69C52}"/>
              </a:ext>
            </a:extLst>
          </p:cNvPr>
          <p:cNvSpPr/>
          <p:nvPr/>
        </p:nvSpPr>
        <p:spPr>
          <a:xfrm>
            <a:off x="9231523" y="-245014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9CC83AF-0C04-DA26-8780-147DE950C190}"/>
              </a:ext>
            </a:extLst>
          </p:cNvPr>
          <p:cNvSpPr/>
          <p:nvPr/>
        </p:nvSpPr>
        <p:spPr>
          <a:xfrm>
            <a:off x="10620817" y="288288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85627FC-C99A-353D-A7A4-3007B7D1E1B1}"/>
              </a:ext>
            </a:extLst>
          </p:cNvPr>
          <p:cNvSpPr/>
          <p:nvPr/>
        </p:nvSpPr>
        <p:spPr>
          <a:xfrm>
            <a:off x="10157719" y="-55709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CFD379-5566-34AB-8EE8-4F87410974AE}"/>
              </a:ext>
            </a:extLst>
          </p:cNvPr>
          <p:cNvSpPr/>
          <p:nvPr/>
        </p:nvSpPr>
        <p:spPr>
          <a:xfrm>
            <a:off x="4299743" y="-55708"/>
            <a:ext cx="3088016" cy="178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052F0F6-0C45-5232-A207-E4DF2DE42A3D}"/>
              </a:ext>
            </a:extLst>
          </p:cNvPr>
          <p:cNvSpPr/>
          <p:nvPr/>
        </p:nvSpPr>
        <p:spPr>
          <a:xfrm>
            <a:off x="4299743" y="126123"/>
            <a:ext cx="3088016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6285F99-1000-D89B-FDDE-BDF06B7BE569}"/>
              </a:ext>
            </a:extLst>
          </p:cNvPr>
          <p:cNvSpPr/>
          <p:nvPr/>
        </p:nvSpPr>
        <p:spPr>
          <a:xfrm>
            <a:off x="8828429" y="2445233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51D3230-2525-CFD6-2C31-412B66CC5519}"/>
              </a:ext>
            </a:extLst>
          </p:cNvPr>
          <p:cNvSpPr/>
          <p:nvPr/>
        </p:nvSpPr>
        <p:spPr>
          <a:xfrm>
            <a:off x="8365331" y="2101236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7530CA1-2454-A391-7C7A-1BC753398DFF}"/>
              </a:ext>
            </a:extLst>
          </p:cNvPr>
          <p:cNvSpPr/>
          <p:nvPr/>
        </p:nvSpPr>
        <p:spPr>
          <a:xfrm>
            <a:off x="3257102" y="3976043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FCF88F3-B177-F642-0F63-90BCE54408D8}"/>
              </a:ext>
            </a:extLst>
          </p:cNvPr>
          <p:cNvSpPr/>
          <p:nvPr/>
        </p:nvSpPr>
        <p:spPr>
          <a:xfrm>
            <a:off x="2794004" y="3632046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F3C3FF-DA51-CDAA-6F77-4BFB8165D585}"/>
              </a:ext>
            </a:extLst>
          </p:cNvPr>
          <p:cNvSpPr/>
          <p:nvPr/>
        </p:nvSpPr>
        <p:spPr>
          <a:xfrm>
            <a:off x="5601721" y="3382637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2411ED4-F608-52F2-B490-90855E37A3DA}"/>
              </a:ext>
            </a:extLst>
          </p:cNvPr>
          <p:cNvSpPr/>
          <p:nvPr/>
        </p:nvSpPr>
        <p:spPr>
          <a:xfrm>
            <a:off x="5138623" y="3038640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5547044-AA96-B8DD-61B9-0B52F8E6ED13}"/>
              </a:ext>
            </a:extLst>
          </p:cNvPr>
          <p:cNvSpPr/>
          <p:nvPr/>
        </p:nvSpPr>
        <p:spPr>
          <a:xfrm>
            <a:off x="2596252" y="1929991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2402556-8BDA-5EE8-BB64-D3E34FD856E8}"/>
              </a:ext>
            </a:extLst>
          </p:cNvPr>
          <p:cNvSpPr/>
          <p:nvPr/>
        </p:nvSpPr>
        <p:spPr>
          <a:xfrm>
            <a:off x="2133154" y="1585994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65259A9-A0CE-B29D-AFF9-C15346C60662}"/>
              </a:ext>
            </a:extLst>
          </p:cNvPr>
          <p:cNvSpPr/>
          <p:nvPr/>
        </p:nvSpPr>
        <p:spPr>
          <a:xfrm>
            <a:off x="6097843" y="1217741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4C618CC-27D5-ECB5-1AA5-E8E35D1CB155}"/>
              </a:ext>
            </a:extLst>
          </p:cNvPr>
          <p:cNvSpPr/>
          <p:nvPr/>
        </p:nvSpPr>
        <p:spPr>
          <a:xfrm>
            <a:off x="5634745" y="873744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A47065-E5B3-9604-6F6E-023BB7B084B4}"/>
              </a:ext>
            </a:extLst>
          </p:cNvPr>
          <p:cNvSpPr/>
          <p:nvPr/>
        </p:nvSpPr>
        <p:spPr>
          <a:xfrm>
            <a:off x="7611056" y="4163336"/>
            <a:ext cx="214539" cy="783771"/>
          </a:xfrm>
          <a:prstGeom prst="rect">
            <a:avLst/>
          </a:prstGeom>
          <a:solidFill>
            <a:srgbClr val="603B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9BA4E06-85C9-2E3C-7C4E-E986F9F1334C}"/>
              </a:ext>
            </a:extLst>
          </p:cNvPr>
          <p:cNvSpPr/>
          <p:nvPr/>
        </p:nvSpPr>
        <p:spPr>
          <a:xfrm>
            <a:off x="7147958" y="3819339"/>
            <a:ext cx="1123948" cy="566057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1C5443E-D3FE-7E38-4938-B5850194A7B5}"/>
              </a:ext>
            </a:extLst>
          </p:cNvPr>
          <p:cNvSpPr/>
          <p:nvPr/>
        </p:nvSpPr>
        <p:spPr>
          <a:xfrm>
            <a:off x="9440382" y="4153255"/>
            <a:ext cx="176212" cy="1693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B87AED-B525-5623-20D1-3A34A9AAA5E6}"/>
              </a:ext>
            </a:extLst>
          </p:cNvPr>
          <p:cNvSpPr/>
          <p:nvPr/>
        </p:nvSpPr>
        <p:spPr>
          <a:xfrm>
            <a:off x="9423714" y="3801695"/>
            <a:ext cx="745368" cy="416207"/>
          </a:xfrm>
          <a:prstGeom prst="rect">
            <a:avLst/>
          </a:prstGeom>
          <a:solidFill>
            <a:srgbClr val="A592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1C03E0A-4491-D9B1-E8B3-B84C7E72C662}"/>
              </a:ext>
            </a:extLst>
          </p:cNvPr>
          <p:cNvSpPr/>
          <p:nvPr/>
        </p:nvSpPr>
        <p:spPr>
          <a:xfrm>
            <a:off x="9440383" y="3771528"/>
            <a:ext cx="45719" cy="476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AEC7831-6E04-0F1B-0033-EA89156C4CBE}"/>
              </a:ext>
            </a:extLst>
          </p:cNvPr>
          <p:cNvSpPr/>
          <p:nvPr/>
        </p:nvSpPr>
        <p:spPr>
          <a:xfrm>
            <a:off x="10102371" y="3771528"/>
            <a:ext cx="45719" cy="476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48B1542-B82F-F42D-C132-7B5B27D8EB6F}"/>
              </a:ext>
            </a:extLst>
          </p:cNvPr>
          <p:cNvSpPr/>
          <p:nvPr/>
        </p:nvSpPr>
        <p:spPr>
          <a:xfrm rot="5400000">
            <a:off x="9773537" y="3501590"/>
            <a:ext cx="45719" cy="754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1C887F8-1F7C-A14A-3DF4-380F0DFE143C}"/>
              </a:ext>
            </a:extLst>
          </p:cNvPr>
          <p:cNvSpPr/>
          <p:nvPr/>
        </p:nvSpPr>
        <p:spPr>
          <a:xfrm rot="5400000">
            <a:off x="9773537" y="3629162"/>
            <a:ext cx="45719" cy="7540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627ECD1-5A6B-B5E7-3467-FB74F96CE702}"/>
              </a:ext>
            </a:extLst>
          </p:cNvPr>
          <p:cNvSpPr/>
          <p:nvPr/>
        </p:nvSpPr>
        <p:spPr>
          <a:xfrm rot="5400000">
            <a:off x="9771376" y="3879132"/>
            <a:ext cx="45719" cy="707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E173AB5-2EC0-5796-CD5E-A9A1F827F513}"/>
              </a:ext>
            </a:extLst>
          </p:cNvPr>
          <p:cNvSpPr/>
          <p:nvPr/>
        </p:nvSpPr>
        <p:spPr>
          <a:xfrm>
            <a:off x="10012600" y="4216882"/>
            <a:ext cx="45719" cy="1236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53F7BFD-70A0-B3B2-99B0-2FE65DFCAA9F}"/>
              </a:ext>
            </a:extLst>
          </p:cNvPr>
          <p:cNvSpPr/>
          <p:nvPr/>
        </p:nvSpPr>
        <p:spPr>
          <a:xfrm>
            <a:off x="9896869" y="4067990"/>
            <a:ext cx="150019" cy="1119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2D4A9D4-65CC-B7CE-9A12-5639D32E2377}"/>
              </a:ext>
            </a:extLst>
          </p:cNvPr>
          <p:cNvSpPr/>
          <p:nvPr/>
        </p:nvSpPr>
        <p:spPr>
          <a:xfrm>
            <a:off x="9501161" y="3883915"/>
            <a:ext cx="150019" cy="1119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90BEB9CC-968D-3D26-7011-17AF786ED106}"/>
              </a:ext>
            </a:extLst>
          </p:cNvPr>
          <p:cNvSpPr/>
          <p:nvPr/>
        </p:nvSpPr>
        <p:spPr>
          <a:xfrm>
            <a:off x="9688838" y="3922880"/>
            <a:ext cx="45719" cy="4608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B2BA028-BC5E-82FE-BF2D-6DF4FBA325D5}"/>
              </a:ext>
            </a:extLst>
          </p:cNvPr>
          <p:cNvSpPr/>
          <p:nvPr/>
        </p:nvSpPr>
        <p:spPr>
          <a:xfrm>
            <a:off x="9773536" y="3922880"/>
            <a:ext cx="45719" cy="4608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E23E9B5-C7F6-3CB5-3A7E-ACE6CEAB1FBB}"/>
              </a:ext>
            </a:extLst>
          </p:cNvPr>
          <p:cNvSpPr/>
          <p:nvPr/>
        </p:nvSpPr>
        <p:spPr>
          <a:xfrm>
            <a:off x="9508246" y="4066453"/>
            <a:ext cx="347188" cy="1119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248E3D4-A689-1395-AE9C-9E7EC8CD944D}"/>
              </a:ext>
            </a:extLst>
          </p:cNvPr>
          <p:cNvSpPr/>
          <p:nvPr/>
        </p:nvSpPr>
        <p:spPr>
          <a:xfrm>
            <a:off x="9397996" y="4171165"/>
            <a:ext cx="176212" cy="1693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6" name="Graphic 115" descr="Man with solid fill">
            <a:extLst>
              <a:ext uri="{FF2B5EF4-FFF2-40B4-BE49-F238E27FC236}">
                <a16:creationId xmlns:a16="http://schemas.microsoft.com/office/drawing/2014/main" id="{033047D2-51E3-CD10-2F24-C92214A00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850" y="4280817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17" name="Isosceles Triangle 116">
            <a:extLst>
              <a:ext uri="{FF2B5EF4-FFF2-40B4-BE49-F238E27FC236}">
                <a16:creationId xmlns:a16="http://schemas.microsoft.com/office/drawing/2014/main" id="{4336E9B3-A30B-BB5C-3EE3-807E305097CE}"/>
              </a:ext>
            </a:extLst>
          </p:cNvPr>
          <p:cNvSpPr/>
          <p:nvPr/>
        </p:nvSpPr>
        <p:spPr>
          <a:xfrm rot="12753644">
            <a:off x="5348665" y="3632843"/>
            <a:ext cx="754014" cy="1200283"/>
          </a:xfrm>
          <a:prstGeom prst="triangl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2D5A27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6BF2EA0-25C7-10B8-4C4D-CB695204D030}"/>
              </a:ext>
            </a:extLst>
          </p:cNvPr>
          <p:cNvSpPr/>
          <p:nvPr/>
        </p:nvSpPr>
        <p:spPr>
          <a:xfrm rot="1953644">
            <a:off x="5354068" y="4662622"/>
            <a:ext cx="63682" cy="188671"/>
          </a:xfrm>
          <a:prstGeom prst="rect">
            <a:avLst/>
          </a:prstGeom>
          <a:solidFill>
            <a:srgbClr val="A592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Isosceles Triangle 118">
            <a:extLst>
              <a:ext uri="{FF2B5EF4-FFF2-40B4-BE49-F238E27FC236}">
                <a16:creationId xmlns:a16="http://schemas.microsoft.com/office/drawing/2014/main" id="{FFDAE1E7-0DC3-F1AE-EF3E-45DED7572597}"/>
              </a:ext>
            </a:extLst>
          </p:cNvPr>
          <p:cNvSpPr/>
          <p:nvPr/>
        </p:nvSpPr>
        <p:spPr>
          <a:xfrm rot="12753644">
            <a:off x="5405912" y="4662623"/>
            <a:ext cx="4571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ABF0A38-4060-BF03-34C6-4E05FDA55B78}"/>
              </a:ext>
            </a:extLst>
          </p:cNvPr>
          <p:cNvSpPr/>
          <p:nvPr/>
        </p:nvSpPr>
        <p:spPr>
          <a:xfrm rot="1953644">
            <a:off x="5363049" y="4728670"/>
            <a:ext cx="45719" cy="45719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90CF01B-B568-5491-3296-ADCDDE28ABE2}"/>
              </a:ext>
            </a:extLst>
          </p:cNvPr>
          <p:cNvSpPr txBox="1"/>
          <p:nvPr/>
        </p:nvSpPr>
        <p:spPr>
          <a:xfrm>
            <a:off x="9210675" y="3382637"/>
            <a:ext cx="25527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Generator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BA5EFCB-906B-9407-EEB3-677E4D3E9E18}"/>
              </a:ext>
            </a:extLst>
          </p:cNvPr>
          <p:cNvSpPr txBox="1"/>
          <p:nvPr/>
        </p:nvSpPr>
        <p:spPr>
          <a:xfrm>
            <a:off x="5324481" y="4913066"/>
            <a:ext cx="25527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Player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A5A7D376-6294-F029-EE26-8A2B9F1000A2}"/>
              </a:ext>
            </a:extLst>
          </p:cNvPr>
          <p:cNvSpPr/>
          <p:nvPr/>
        </p:nvSpPr>
        <p:spPr>
          <a:xfrm>
            <a:off x="379529" y="27240"/>
            <a:ext cx="2867025" cy="28075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8" name="Graphic 127" descr="Monster with solid fill">
            <a:extLst>
              <a:ext uri="{FF2B5EF4-FFF2-40B4-BE49-F238E27FC236}">
                <a16:creationId xmlns:a16="http://schemas.microsoft.com/office/drawing/2014/main" id="{58BE0CDB-BCFB-92B3-0687-DA2B8CF00E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5841" y="880203"/>
            <a:ext cx="914400" cy="914400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65604492-D329-A535-E035-EE7648E2FFCB}"/>
              </a:ext>
            </a:extLst>
          </p:cNvPr>
          <p:cNvSpPr txBox="1"/>
          <p:nvPr/>
        </p:nvSpPr>
        <p:spPr>
          <a:xfrm>
            <a:off x="2745646" y="1205024"/>
            <a:ext cx="25527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Monster and Radius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9FD9852-436E-A087-4FD0-979BB8D1AB83}"/>
              </a:ext>
            </a:extLst>
          </p:cNvPr>
          <p:cNvSpPr/>
          <p:nvPr/>
        </p:nvSpPr>
        <p:spPr>
          <a:xfrm>
            <a:off x="480806" y="6094378"/>
            <a:ext cx="164386" cy="312600"/>
          </a:xfrm>
          <a:prstGeom prst="rect">
            <a:avLst/>
          </a:prstGeom>
          <a:solidFill>
            <a:srgbClr val="A592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Isosceles Triangle 133">
            <a:extLst>
              <a:ext uri="{FF2B5EF4-FFF2-40B4-BE49-F238E27FC236}">
                <a16:creationId xmlns:a16="http://schemas.microsoft.com/office/drawing/2014/main" id="{6AC6229E-4C77-BAF9-7213-3F554060B816}"/>
              </a:ext>
            </a:extLst>
          </p:cNvPr>
          <p:cNvSpPr/>
          <p:nvPr/>
        </p:nvSpPr>
        <p:spPr>
          <a:xfrm rot="10800000">
            <a:off x="498301" y="6100478"/>
            <a:ext cx="118017" cy="7575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ABB5D768-06FE-C5E5-9F13-2FA9DC8BC663}"/>
              </a:ext>
            </a:extLst>
          </p:cNvPr>
          <p:cNvSpPr/>
          <p:nvPr/>
        </p:nvSpPr>
        <p:spPr>
          <a:xfrm>
            <a:off x="498301" y="6183286"/>
            <a:ext cx="118017" cy="75750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D79FEFE-D3FF-7187-EA0F-D8120BB5EF21}"/>
              </a:ext>
            </a:extLst>
          </p:cNvPr>
          <p:cNvSpPr txBox="1"/>
          <p:nvPr/>
        </p:nvSpPr>
        <p:spPr>
          <a:xfrm>
            <a:off x="4640584" y="162166"/>
            <a:ext cx="282701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Gate (Unlocks after generator powered on)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25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F37F851-E04F-59D6-0DAC-753A45A944B5}"/>
              </a:ext>
            </a:extLst>
          </p:cNvPr>
          <p:cNvSpPr/>
          <p:nvPr/>
        </p:nvSpPr>
        <p:spPr>
          <a:xfrm rot="10800000">
            <a:off x="6149432" y="2378109"/>
            <a:ext cx="754014" cy="1200283"/>
          </a:xfrm>
          <a:prstGeom prst="triangl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FFC000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75B52C-C8B1-1228-AA14-08002A235F04}"/>
              </a:ext>
            </a:extLst>
          </p:cNvPr>
          <p:cNvSpPr/>
          <p:nvPr/>
        </p:nvSpPr>
        <p:spPr>
          <a:xfrm>
            <a:off x="8428967" y="3952812"/>
            <a:ext cx="176212" cy="1693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EB763-2C20-A274-60C2-72C78BC49D98}"/>
              </a:ext>
            </a:extLst>
          </p:cNvPr>
          <p:cNvSpPr/>
          <p:nvPr/>
        </p:nvSpPr>
        <p:spPr>
          <a:xfrm>
            <a:off x="8412299" y="3601252"/>
            <a:ext cx="745368" cy="416207"/>
          </a:xfrm>
          <a:prstGeom prst="rect">
            <a:avLst/>
          </a:prstGeom>
          <a:solidFill>
            <a:srgbClr val="A592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D114E5-EB12-26C9-93B2-3BA8669B6D15}"/>
              </a:ext>
            </a:extLst>
          </p:cNvPr>
          <p:cNvSpPr/>
          <p:nvPr/>
        </p:nvSpPr>
        <p:spPr>
          <a:xfrm>
            <a:off x="8428968" y="3571085"/>
            <a:ext cx="45719" cy="476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61DC54-D7A4-533C-B226-7E5885E2468E}"/>
              </a:ext>
            </a:extLst>
          </p:cNvPr>
          <p:cNvSpPr/>
          <p:nvPr/>
        </p:nvSpPr>
        <p:spPr>
          <a:xfrm>
            <a:off x="9090956" y="3571085"/>
            <a:ext cx="45719" cy="476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853AE-4193-DD87-D8C5-D1A3B7545468}"/>
              </a:ext>
            </a:extLst>
          </p:cNvPr>
          <p:cNvSpPr/>
          <p:nvPr/>
        </p:nvSpPr>
        <p:spPr>
          <a:xfrm rot="5400000">
            <a:off x="8762122" y="3301147"/>
            <a:ext cx="45719" cy="754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4084BF-7451-39D2-D7EC-9D0772D9AFAC}"/>
              </a:ext>
            </a:extLst>
          </p:cNvPr>
          <p:cNvSpPr/>
          <p:nvPr/>
        </p:nvSpPr>
        <p:spPr>
          <a:xfrm rot="5400000">
            <a:off x="8762122" y="3428719"/>
            <a:ext cx="45719" cy="7540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B8E139-1D42-633E-A5B9-A331687B3B87}"/>
              </a:ext>
            </a:extLst>
          </p:cNvPr>
          <p:cNvSpPr/>
          <p:nvPr/>
        </p:nvSpPr>
        <p:spPr>
          <a:xfrm rot="5400000">
            <a:off x="8759961" y="3678689"/>
            <a:ext cx="45719" cy="707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DF7BDC-2F90-EF12-E46C-AC040D58FA16}"/>
              </a:ext>
            </a:extLst>
          </p:cNvPr>
          <p:cNvSpPr/>
          <p:nvPr/>
        </p:nvSpPr>
        <p:spPr>
          <a:xfrm>
            <a:off x="9001185" y="4016439"/>
            <a:ext cx="45719" cy="1236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97E27-A5E8-3C67-59DC-911F8F02453E}"/>
              </a:ext>
            </a:extLst>
          </p:cNvPr>
          <p:cNvSpPr/>
          <p:nvPr/>
        </p:nvSpPr>
        <p:spPr>
          <a:xfrm>
            <a:off x="8885454" y="3867547"/>
            <a:ext cx="150019" cy="1119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A0F566-1BD1-846F-01B1-E84BC0349E69}"/>
              </a:ext>
            </a:extLst>
          </p:cNvPr>
          <p:cNvSpPr/>
          <p:nvPr/>
        </p:nvSpPr>
        <p:spPr>
          <a:xfrm>
            <a:off x="8489746" y="3683472"/>
            <a:ext cx="150019" cy="1119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AFD128-7A74-C330-BF9F-260E39F3A873}"/>
              </a:ext>
            </a:extLst>
          </p:cNvPr>
          <p:cNvSpPr/>
          <p:nvPr/>
        </p:nvSpPr>
        <p:spPr>
          <a:xfrm>
            <a:off x="8677423" y="3722437"/>
            <a:ext cx="45719" cy="4608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C1617B2-28FC-070D-FA45-6D6D6C5A283F}"/>
              </a:ext>
            </a:extLst>
          </p:cNvPr>
          <p:cNvSpPr/>
          <p:nvPr/>
        </p:nvSpPr>
        <p:spPr>
          <a:xfrm>
            <a:off x="8762121" y="3722437"/>
            <a:ext cx="45719" cy="4608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2702A2-BAD3-1BFD-10D1-B87BAD2D9D0E}"/>
              </a:ext>
            </a:extLst>
          </p:cNvPr>
          <p:cNvSpPr/>
          <p:nvPr/>
        </p:nvSpPr>
        <p:spPr>
          <a:xfrm>
            <a:off x="8496831" y="3866010"/>
            <a:ext cx="347188" cy="11197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285AD5-22B7-35B6-62D4-436263CC58AA}"/>
              </a:ext>
            </a:extLst>
          </p:cNvPr>
          <p:cNvSpPr/>
          <p:nvPr/>
        </p:nvSpPr>
        <p:spPr>
          <a:xfrm>
            <a:off x="8386581" y="3970722"/>
            <a:ext cx="176212" cy="1693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0DF193-2092-77FF-F523-D5A14A8E541E}"/>
              </a:ext>
            </a:extLst>
          </p:cNvPr>
          <p:cNvSpPr/>
          <p:nvPr/>
        </p:nvSpPr>
        <p:spPr>
          <a:xfrm>
            <a:off x="6494599" y="3512344"/>
            <a:ext cx="63682" cy="188671"/>
          </a:xfrm>
          <a:prstGeom prst="rect">
            <a:avLst/>
          </a:prstGeom>
          <a:solidFill>
            <a:srgbClr val="A592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8098C32-F670-01AB-2452-5A202CC074E5}"/>
              </a:ext>
            </a:extLst>
          </p:cNvPr>
          <p:cNvSpPr/>
          <p:nvPr/>
        </p:nvSpPr>
        <p:spPr>
          <a:xfrm rot="10800000">
            <a:off x="6503580" y="3512344"/>
            <a:ext cx="4571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AA2F4D-1A08-B2F0-9491-E802EEF0BC1F}"/>
              </a:ext>
            </a:extLst>
          </p:cNvPr>
          <p:cNvSpPr/>
          <p:nvPr/>
        </p:nvSpPr>
        <p:spPr>
          <a:xfrm>
            <a:off x="6503580" y="3578392"/>
            <a:ext cx="45719" cy="45719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E57A68F-CE05-8AD4-1533-EAFAC1879707}"/>
              </a:ext>
            </a:extLst>
          </p:cNvPr>
          <p:cNvSpPr/>
          <p:nvPr/>
        </p:nvSpPr>
        <p:spPr>
          <a:xfrm>
            <a:off x="1885950" y="847725"/>
            <a:ext cx="2867025" cy="28075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Monster with solid fill">
            <a:extLst>
              <a:ext uri="{FF2B5EF4-FFF2-40B4-BE49-F238E27FC236}">
                <a16:creationId xmlns:a16="http://schemas.microsoft.com/office/drawing/2014/main" id="{3DC4D503-51D6-85EA-E5BE-9217A68E8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2262" y="1700688"/>
            <a:ext cx="914400" cy="914400"/>
          </a:xfrm>
          <a:prstGeom prst="rect">
            <a:avLst/>
          </a:prstGeom>
        </p:spPr>
      </p:pic>
      <p:sp>
        <p:nvSpPr>
          <p:cNvPr id="37" name="Oval 8">
            <a:extLst>
              <a:ext uri="{FF2B5EF4-FFF2-40B4-BE49-F238E27FC236}">
                <a16:creationId xmlns:a16="http://schemas.microsoft.com/office/drawing/2014/main" id="{C67AE431-71AA-4C79-4DAC-F8A2912AE413}"/>
              </a:ext>
            </a:extLst>
          </p:cNvPr>
          <p:cNvSpPr/>
          <p:nvPr/>
        </p:nvSpPr>
        <p:spPr>
          <a:xfrm>
            <a:off x="9424280" y="3947391"/>
            <a:ext cx="176212" cy="1693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852DBF66-3234-7DA6-33AB-D302B0A4EDCB}"/>
              </a:ext>
            </a:extLst>
          </p:cNvPr>
          <p:cNvSpPr/>
          <p:nvPr/>
        </p:nvSpPr>
        <p:spPr>
          <a:xfrm>
            <a:off x="9407612" y="3595831"/>
            <a:ext cx="745368" cy="416207"/>
          </a:xfrm>
          <a:prstGeom prst="rect">
            <a:avLst/>
          </a:prstGeom>
          <a:solidFill>
            <a:srgbClr val="A592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23C7ACA0-3B86-1D9E-2F65-B3A318E99DEE}"/>
              </a:ext>
            </a:extLst>
          </p:cNvPr>
          <p:cNvSpPr/>
          <p:nvPr/>
        </p:nvSpPr>
        <p:spPr>
          <a:xfrm>
            <a:off x="9424281" y="3565664"/>
            <a:ext cx="45719" cy="476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2E043BB4-9B7E-1732-F555-FE44DE5667B0}"/>
              </a:ext>
            </a:extLst>
          </p:cNvPr>
          <p:cNvSpPr/>
          <p:nvPr/>
        </p:nvSpPr>
        <p:spPr>
          <a:xfrm>
            <a:off x="10086269" y="3565664"/>
            <a:ext cx="45719" cy="476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0ACD26F7-6CEB-74FC-AAD6-240D2CCA8ACB}"/>
              </a:ext>
            </a:extLst>
          </p:cNvPr>
          <p:cNvSpPr/>
          <p:nvPr/>
        </p:nvSpPr>
        <p:spPr>
          <a:xfrm rot="5400000">
            <a:off x="9757435" y="3295726"/>
            <a:ext cx="45719" cy="754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156E2893-CF13-063E-3E91-FABC21A91DC3}"/>
              </a:ext>
            </a:extLst>
          </p:cNvPr>
          <p:cNvSpPr/>
          <p:nvPr/>
        </p:nvSpPr>
        <p:spPr>
          <a:xfrm rot="5400000">
            <a:off x="9757435" y="3423298"/>
            <a:ext cx="45719" cy="7540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F1839E53-DD63-382F-5493-B7BF31E0184A}"/>
              </a:ext>
            </a:extLst>
          </p:cNvPr>
          <p:cNvSpPr/>
          <p:nvPr/>
        </p:nvSpPr>
        <p:spPr>
          <a:xfrm rot="5400000">
            <a:off x="9755274" y="3673268"/>
            <a:ext cx="45719" cy="707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79444FAE-AA09-8243-F962-33366D1E2910}"/>
              </a:ext>
            </a:extLst>
          </p:cNvPr>
          <p:cNvSpPr/>
          <p:nvPr/>
        </p:nvSpPr>
        <p:spPr>
          <a:xfrm>
            <a:off x="9996498" y="4011018"/>
            <a:ext cx="45719" cy="1236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CC4D8DB2-4E94-7C62-4BA0-AF2F5AFC8F12}"/>
              </a:ext>
            </a:extLst>
          </p:cNvPr>
          <p:cNvSpPr/>
          <p:nvPr/>
        </p:nvSpPr>
        <p:spPr>
          <a:xfrm>
            <a:off x="9880767" y="3862126"/>
            <a:ext cx="150019" cy="1119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1">
            <a:extLst>
              <a:ext uri="{FF2B5EF4-FFF2-40B4-BE49-F238E27FC236}">
                <a16:creationId xmlns:a16="http://schemas.microsoft.com/office/drawing/2014/main" id="{523A23A3-C30C-1D1E-30E7-18E25826219D}"/>
              </a:ext>
            </a:extLst>
          </p:cNvPr>
          <p:cNvSpPr/>
          <p:nvPr/>
        </p:nvSpPr>
        <p:spPr>
          <a:xfrm>
            <a:off x="9485059" y="3678051"/>
            <a:ext cx="150019" cy="1119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12">
            <a:extLst>
              <a:ext uri="{FF2B5EF4-FFF2-40B4-BE49-F238E27FC236}">
                <a16:creationId xmlns:a16="http://schemas.microsoft.com/office/drawing/2014/main" id="{69D088E6-9BC1-2E9B-46C4-81C158E2E0CB}"/>
              </a:ext>
            </a:extLst>
          </p:cNvPr>
          <p:cNvSpPr/>
          <p:nvPr/>
        </p:nvSpPr>
        <p:spPr>
          <a:xfrm>
            <a:off x="9672736" y="3717016"/>
            <a:ext cx="45719" cy="4608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13">
            <a:extLst>
              <a:ext uri="{FF2B5EF4-FFF2-40B4-BE49-F238E27FC236}">
                <a16:creationId xmlns:a16="http://schemas.microsoft.com/office/drawing/2014/main" id="{F6564CE9-3DFB-E783-123A-E1AC26F2B525}"/>
              </a:ext>
            </a:extLst>
          </p:cNvPr>
          <p:cNvSpPr/>
          <p:nvPr/>
        </p:nvSpPr>
        <p:spPr>
          <a:xfrm>
            <a:off x="9757434" y="3717016"/>
            <a:ext cx="45719" cy="4608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14">
            <a:extLst>
              <a:ext uri="{FF2B5EF4-FFF2-40B4-BE49-F238E27FC236}">
                <a16:creationId xmlns:a16="http://schemas.microsoft.com/office/drawing/2014/main" id="{F35ED3A1-EE45-621A-F059-4A8AAA68A05E}"/>
              </a:ext>
            </a:extLst>
          </p:cNvPr>
          <p:cNvSpPr/>
          <p:nvPr/>
        </p:nvSpPr>
        <p:spPr>
          <a:xfrm>
            <a:off x="9492144" y="3860589"/>
            <a:ext cx="347188" cy="1119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7">
            <a:extLst>
              <a:ext uri="{FF2B5EF4-FFF2-40B4-BE49-F238E27FC236}">
                <a16:creationId xmlns:a16="http://schemas.microsoft.com/office/drawing/2014/main" id="{6DDE3A7E-5BA9-B496-33EA-739CA61FAC69}"/>
              </a:ext>
            </a:extLst>
          </p:cNvPr>
          <p:cNvSpPr/>
          <p:nvPr/>
        </p:nvSpPr>
        <p:spPr>
          <a:xfrm>
            <a:off x="9381894" y="3965301"/>
            <a:ext cx="176212" cy="1693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6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</Words>
  <Application>Microsoft Macintosh PowerPoint</Application>
  <PresentationFormat>ワイド画面</PresentationFormat>
  <Paragraphs>8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076S-Lau, Cameron</dc:creator>
  <cp:lastModifiedBy>076S-Lau, Cameron</cp:lastModifiedBy>
  <cp:revision>2</cp:revision>
  <dcterms:created xsi:type="dcterms:W3CDTF">2025-10-23T15:59:56Z</dcterms:created>
  <dcterms:modified xsi:type="dcterms:W3CDTF">2025-12-09T00:58:09Z</dcterms:modified>
</cp:coreProperties>
</file>